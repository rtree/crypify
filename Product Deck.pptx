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53"/>
    <p:restoredTop sz="94669"/>
  </p:normalViewPr>
  <p:slideViewPr>
    <p:cSldViewPr snapToGrid="0">
      <p:cViewPr varScale="1">
        <p:scale>
          <a:sx n="103" d="100"/>
          <a:sy n="103" d="100"/>
        </p:scale>
        <p:origin x="1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6A8614-092E-6106-7240-658BB7048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436542-C720-E497-044B-CF886BB4E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B2D27A-F412-3B6C-918D-9971A096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68519E-CE24-C801-25A7-A9A08036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949077-F590-97E8-13C9-38A7C49B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030807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39F637-01EA-E36C-BBD6-C0D87E86B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C5ABEC-574D-2415-C0C0-4748A3C5A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05E0AA-69DE-9FCE-1BE8-8247D535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25DF0E-3B5B-9B83-F0C3-C5E0C623E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737D01-E180-AFDE-3693-1EB39D25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30324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D3966B-5AAB-00E4-3020-7CF3354C6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EEBFE2-7C0A-EE20-AB10-431F0E1E4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669F2C-7664-DFA5-681B-8E129797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A2BC38-FEB0-3BAA-53D9-2F2640AD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DC1175-5830-46FB-29B6-69D7F5B5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768289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C967D9-ACEF-44D2-285D-87DCE526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5ECBAA-C592-1CD7-8F88-296E30841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48E2137-20A4-6FF2-24F6-418839B84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BA0692-E5F4-FC17-26D6-0906337F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FB1AA0-C6B4-0B64-C701-7C2A8DAC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ABE732-3757-93E1-F789-F8393A27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58694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3C3141-1367-0D1F-1E8E-B165EBBC8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8D9430-D097-F34D-195B-E949F5A05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C20DB5-3785-B1E2-21C2-AC4D0E089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B70B23-B6E2-18B4-E3AA-149F93C66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AA78EDC-CC03-F54D-C086-DF26FDD1D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9611F91-973B-40A0-CF79-A995CA42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952A4F2-4A34-5028-5994-3ECF64742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AA7190E-080C-C0B3-D31E-BA6DD57D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468429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433E6-9736-4F83-90A4-641E1B69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0BAA0CD-C3D7-7D98-57B8-9F1ADD226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A928446-A8C2-9251-6154-9004E960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FA4322-D31F-259D-4AA8-83B28590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217483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A0F9087-4683-C988-F55B-CAEA5FC7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C408F45-A562-2072-BBDD-5027DAE1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22E390-561A-58C5-C58E-243025419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907255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67B428-B5F6-669E-860F-61E174C2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F899BC-C158-5FE2-0246-B0CC81D99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910225-B97C-3BA6-1ABC-9E95F4F27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9069E0-A24C-B85D-43DE-2BEF125E6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594185-E3E5-55DB-9DF3-3C019C422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704AF6-D873-048B-5D01-A85EFE155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674146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9C6ACA-C173-67D9-C2DF-B7F5E10C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4E82074-E24C-9206-A169-23BF25A71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US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070FEA-5AAD-6D98-59C2-F51485B21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E8BAFE-A1E2-1B15-4C6B-4A1C4AD0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385CD2-E50E-1091-3713-CB9F4322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EE0771-AE74-E469-A067-A1A86F62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52940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64AE9B-4C62-B3E9-D499-76BC0A7FE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3790EF-6AB9-1305-2F16-3C935B248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C0E873-7E72-F433-3601-E5C4A3CE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34A25A-FA97-3209-352D-A9FE4FB3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E677BB-4D87-B2EE-BCF3-7668DA2B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32766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D98EFD8-DA3F-6920-B1B4-83CCCD925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6013CE-33AE-0DBB-2809-37DABCF2E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CDEDBA-BE67-96E7-B2D1-B6210465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6CC3F3-EE96-78EB-EC9C-EB6AEBF3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FF4E75-5931-8C8B-F055-0E3F5AFF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371094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13D554E-0256-0C7C-B823-02761138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B1EE7E-C108-D2EA-32DE-D5CD3E427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E94165-98D4-AE00-D536-75B2C2ADB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03606-4E54-1344-9A32-E6C385960B24}" type="datetimeFigureOut">
              <a:rPr kumimoji="1" lang="ja-US" altLang="en-US" smtClean="0"/>
              <a:t>11/22/25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A2CB45-BB23-06F8-8281-EE059CD33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37ED97-95BF-A727-945B-51BB5579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2A7E5-5537-1940-BA66-E3F0CA92B8F8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378532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, 会社名&#10;&#10;AI 生成コンテンツは誤りを含む可能性があります。">
            <a:extLst>
              <a:ext uri="{FF2B5EF4-FFF2-40B4-BE49-F238E27FC236}">
                <a16:creationId xmlns:a16="http://schemas.microsoft.com/office/drawing/2014/main" id="{44D55D6C-7EF5-DAB9-0B4C-46786B852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26" y="0"/>
            <a:ext cx="1823085" cy="182308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7CE602C-E9BA-456F-180B-2DC36CC87080}"/>
              </a:ext>
            </a:extLst>
          </p:cNvPr>
          <p:cNvSpPr txBox="1"/>
          <p:nvPr/>
        </p:nvSpPr>
        <p:spPr>
          <a:xfrm>
            <a:off x="362416" y="1817370"/>
            <a:ext cx="609971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altLang="ja-US" sz="1800" b="1" kern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Three Walls Facing E-commerce and Web3</a:t>
            </a:r>
          </a:p>
          <a:p>
            <a:pPr algn="l">
              <a:spcAft>
                <a:spcPts val="600"/>
              </a:spcAft>
              <a:buNone/>
            </a:pPr>
            <a:endParaRPr lang="ja-US" altLang="ja-US" sz="20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ptos" panose="020B000402020202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ja-US" sz="1800" kern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Hello. We are here to address three major walls that modern e-commerce and Web3 are facing. </a:t>
            </a:r>
          </a:p>
          <a:p>
            <a:pPr>
              <a:buNone/>
            </a:pPr>
            <a:endParaRPr lang="en-US" altLang="ja-US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altLang="ja-US" sz="1800" kern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While they may seem separate, they are, in fact, deeply interconnected.</a:t>
            </a:r>
            <a:r>
              <a:rPr lang="ja-US" altLang="ja-US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endParaRPr lang="ja-US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" name="図 10" descr="建物, 座る, テーブル, キーボー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D26F468-AD7D-801D-DFE4-4D9C56E29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132" y="3189876"/>
            <a:ext cx="5111087" cy="340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20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6DC4F-9DAB-7003-F2A9-7186293E4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, 会社名&#10;&#10;AI 生成コンテンツは誤りを含む可能性があります。">
            <a:extLst>
              <a:ext uri="{FF2B5EF4-FFF2-40B4-BE49-F238E27FC236}">
                <a16:creationId xmlns:a16="http://schemas.microsoft.com/office/drawing/2014/main" id="{ABC60AE0-395C-E745-175A-EBA10AA0C3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26" y="0"/>
            <a:ext cx="1823085" cy="182308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2F3A3FC-92E3-8B50-80A4-A6C60A7E101D}"/>
              </a:ext>
            </a:extLst>
          </p:cNvPr>
          <p:cNvSpPr txBox="1"/>
          <p:nvPr/>
        </p:nvSpPr>
        <p:spPr>
          <a:xfrm>
            <a:off x="2391485" y="1823085"/>
            <a:ext cx="80376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ja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Wall of Participation: The Hurdle to Mass Adoption.</a:t>
            </a:r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</a:p>
          <a:p>
            <a:pPr lvl="0"/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most people, crypto is still viewed as an object of "investment" or "speculation." The complexity of wallet creation prevents them from experiencing its practical value in everyday life.</a:t>
            </a:r>
          </a:p>
          <a:p>
            <a:pPr lvl="0"/>
            <a:endParaRPr lang="en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/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/>
            <a:r>
              <a:rPr lang="en-US" altLang="ja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Wall of Fragmentation: The Hassle of Wallet Management.</a:t>
            </a:r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</a:p>
          <a:p>
            <a:pPr lvl="0"/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Even existing Web3 users struggle with managing different wallets for each chain, like Ethereum and Solana. Assets are fragmented, and the user experience remains complicated.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/>
            <a:endParaRPr lang="en-US" altLang="ja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/>
            <a:endParaRPr lang="en-US" altLang="ja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/>
            <a:r>
              <a:rPr lang="en-US" altLang="ja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Wall of Trust: Fraud and Distrust in Cross-Border E-commerce.</a:t>
            </a:r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</a:p>
          <a:p>
            <a:pPr lvl="0"/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 global transactions grow, platform-dependent reputation systems are failing. There is no environment where everyone can trade with confidence.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897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478BF-AE08-D19A-5CF1-EF08FA21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, 会社名&#10;&#10;AI 生成コンテンツは誤りを含む可能性があります。">
            <a:extLst>
              <a:ext uri="{FF2B5EF4-FFF2-40B4-BE49-F238E27FC236}">
                <a16:creationId xmlns:a16="http://schemas.microsoft.com/office/drawing/2014/main" id="{58047D93-CEE7-5E4A-16FE-C1B982F65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26" y="0"/>
            <a:ext cx="1823085" cy="182308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351F1E-EADA-608A-10B4-73565879A0BC}"/>
              </a:ext>
            </a:extLst>
          </p:cNvPr>
          <p:cNvSpPr txBox="1"/>
          <p:nvPr/>
        </p:nvSpPr>
        <p:spPr>
          <a:xfrm>
            <a:off x="440474" y="1516287"/>
            <a:ext cx="98186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Solution - </a:t>
            </a:r>
            <a:r>
              <a:rPr lang="en-US" altLang="ja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Crypify's</a:t>
            </a:r>
            <a:r>
              <a:rPr lang="en-US" altLang="ja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Integrated Solution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Crypify</a:t>
            </a:r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dismantles these three walls through a single, seamless flow that begins with the customer's purchase experience.</a:t>
            </a:r>
          </a:p>
          <a:p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Solution 1: Dismantling the Wall of Participation with an Intuitive Web3 Experience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"First, a user simply makes a purchase on an e-commerce site with their credit card, just as they always do. </a:t>
            </a: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special actions are required. Upon receiving the confirmation email, they just click a button to view their wallet. Leveraging cutting-edge technologies like Account Abstraction, users are never forced to memorize complex seed phrases.</a:t>
            </a:r>
          </a:p>
          <a:p>
            <a:endParaRPr lang="en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non-custodial wallet is instantly created and accessible with only their email address and a passkey, such as a fingerprint or facial recognition.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Behind the scenes, we use Coinbase's CDP Embedded Wallet to automatically convert the credit card payment into USDC.</a:t>
            </a:r>
          </a:p>
          <a:p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look. The wallet has already been credited with 10 USDC in loyalty points from the shop. This empowers everyone to step into the world of Web3 seamlessly and risk-free.</a:t>
            </a:r>
            <a:r>
              <a:rPr lang="ja-US" altLang="ja-US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endParaRPr lang="ja-US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059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6D98-C0BB-2A60-155F-B5F846B54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, 会社名&#10;&#10;AI 生成コンテンツは誤りを含む可能性があります。">
            <a:extLst>
              <a:ext uri="{FF2B5EF4-FFF2-40B4-BE49-F238E27FC236}">
                <a16:creationId xmlns:a16="http://schemas.microsoft.com/office/drawing/2014/main" id="{E14EB440-02B6-FD9F-1001-E5722B24E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26" y="0"/>
            <a:ext cx="1823085" cy="182308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932E32-861C-FE62-355F-092FAEB6B8D3}"/>
              </a:ext>
            </a:extLst>
          </p:cNvPr>
          <p:cNvSpPr txBox="1"/>
          <p:nvPr/>
        </p:nvSpPr>
        <p:spPr>
          <a:xfrm>
            <a:off x="440474" y="1516287"/>
            <a:ext cx="981864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Solution 2: Dismantling the Wall of Fragmentation with a Unified Wallet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"Furthermore, this wallet is, by its very nature, a multi-chain smart wallet. This means you can manage assets across diverse chains—such as Ethereum, Solana, and Base—all from one single hub. </a:t>
            </a:r>
          </a:p>
          <a:p>
            <a:endParaRPr lang="en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Solution 3: Dismantling the Wall of Trust with an On-Chain Reputation System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"And this unified wallet serves as the foundation for our ultimate goal: the on-chain reputation system. Post-transaction, both buyers and sellers can leverage the Ethereum Attestation Service (EAS) to record any dispute history directly on the blockchain. </a:t>
            </a:r>
          </a:p>
          <a:p>
            <a:endParaRPr lang="en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means that as long as you transact honestly, your score remains clean. This creates an immutable reputation that transcends platform boundaries, establishing a universal 'Proof of Trust.' Personal purchase histories are kept private and secure with </a:t>
            </a:r>
            <a:r>
              <a:rPr lang="en-US" altLang="ja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vlayer's</a:t>
            </a:r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ZK technology."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56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2547-E6AC-15EC-5AD4-EE8E73DAD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, 会社名&#10;&#10;AI 生成コンテンツは誤りを含む可能性があります。">
            <a:extLst>
              <a:ext uri="{FF2B5EF4-FFF2-40B4-BE49-F238E27FC236}">
                <a16:creationId xmlns:a16="http://schemas.microsoft.com/office/drawing/2014/main" id="{34BA595A-4F98-7953-184A-A15AF2F6B9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26" y="0"/>
            <a:ext cx="1823085" cy="182308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5CDAFA2-41C5-D5AC-D685-80EAC5511AD5}"/>
              </a:ext>
            </a:extLst>
          </p:cNvPr>
          <p:cNvSpPr txBox="1"/>
          <p:nvPr/>
        </p:nvSpPr>
        <p:spPr>
          <a:xfrm>
            <a:off x="440474" y="1516287"/>
            <a:ext cx="98186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Part 3: Future - The Vision of </a:t>
            </a:r>
            <a:r>
              <a:rPr lang="en-US" altLang="ja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Crypify</a:t>
            </a:r>
            <a:endParaRPr lang="en-US" altLang="ja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Crypify</a:t>
            </a:r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is far more than just a payment or wallet application. It is the foundational infrastructure that unifies fragmented trust and assets to forge a fairer, more global marketplace.</a:t>
            </a:r>
          </a:p>
          <a:p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implementation is remarkably simple. </a:t>
            </a:r>
          </a:p>
          <a:p>
            <a:endParaRPr lang="en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Just like Stripe, it can be integrated into any e-commerce site with only a few lines of code.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 for your time.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ja-US" altLang="ja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672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572</Words>
  <Application>Microsoft Macintosh PowerPoint</Application>
  <PresentationFormat>ワイド画面</PresentationFormat>
  <Paragraphs>45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奥野　友美</dc:creator>
  <cp:lastModifiedBy>奥野　友美</cp:lastModifiedBy>
  <cp:revision>2</cp:revision>
  <dcterms:created xsi:type="dcterms:W3CDTF">2025-11-22T07:25:42Z</dcterms:created>
  <dcterms:modified xsi:type="dcterms:W3CDTF">2025-11-22T07:48:55Z</dcterms:modified>
</cp:coreProperties>
</file>